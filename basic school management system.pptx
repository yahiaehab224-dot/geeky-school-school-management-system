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f1f5d95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3f1f5d95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3f1f5d95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3f1f5d95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3f1f5d959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3f1f5d959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3f1f5d95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3f1f5d95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f2004c72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3f2004c72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988174" y="744575"/>
            <a:ext cx="4844100" cy="2052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school management system 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905225" y="3007400"/>
            <a:ext cx="2372700" cy="5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9104">
                <a:solidFill>
                  <a:schemeClr val="dk1"/>
                </a:solidFill>
              </a:rPr>
              <a:t>Yahia Ehab</a:t>
            </a:r>
            <a:endParaRPr sz="910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21/8/2026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3" title="66d13ebc-2012-47dd-b9a7-fddbc079aaa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5" y="0"/>
            <a:ext cx="38407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6094225" y="3497650"/>
            <a:ext cx="3076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620"/>
              <a:t>basic school management system </a:t>
            </a:r>
            <a:endParaRPr b="1" sz="2620"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311700" y="1152475"/>
            <a:ext cx="8520600" cy="3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chemeClr val="lt2"/>
                </a:highlight>
              </a:rPr>
              <a:t>The School System application is a simple graphical user interface designed to manage student records. </a:t>
            </a:r>
            <a:endParaRPr sz="17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chemeClr val="lt2"/>
                </a:highlight>
              </a:rPr>
              <a:t>It contains text fields for entering a </a:t>
            </a:r>
            <a:r>
              <a:rPr b="1" lang="en-GB" sz="1700">
                <a:solidFill>
                  <a:schemeClr val="dk1"/>
                </a:solidFill>
                <a:highlight>
                  <a:schemeClr val="lt2"/>
                </a:highlight>
              </a:rPr>
              <a:t>student’s name</a:t>
            </a:r>
            <a:r>
              <a:rPr lang="en-GB" sz="1700">
                <a:solidFill>
                  <a:schemeClr val="dk1"/>
                </a:solidFill>
                <a:highlight>
                  <a:schemeClr val="lt2"/>
                </a:highlight>
              </a:rPr>
              <a:t> and </a:t>
            </a:r>
            <a:r>
              <a:rPr b="1" lang="en-GB" sz="1700">
                <a:solidFill>
                  <a:schemeClr val="dk1"/>
                </a:solidFill>
                <a:highlight>
                  <a:schemeClr val="lt2"/>
                </a:highlight>
              </a:rPr>
              <a:t>grade</a:t>
            </a:r>
            <a:r>
              <a:rPr lang="en-GB" sz="1700">
                <a:solidFill>
                  <a:schemeClr val="dk1"/>
                </a:solidFill>
                <a:highlight>
                  <a:schemeClr val="lt2"/>
                </a:highlight>
              </a:rPr>
              <a:t>, along with two main buttons: </a:t>
            </a:r>
            <a:r>
              <a:rPr b="1" lang="en-GB" sz="1700">
                <a:solidFill>
                  <a:schemeClr val="dk1"/>
                </a:solidFill>
                <a:highlight>
                  <a:schemeClr val="lt2"/>
                </a:highlight>
              </a:rPr>
              <a:t>Add Student</a:t>
            </a:r>
            <a:r>
              <a:rPr lang="en-GB" sz="1700">
                <a:solidFill>
                  <a:schemeClr val="dk1"/>
                </a:solidFill>
                <a:highlight>
                  <a:schemeClr val="lt2"/>
                </a:highlight>
              </a:rPr>
              <a:t> and </a:t>
            </a:r>
            <a:r>
              <a:rPr b="1" lang="en-GB" sz="1700">
                <a:solidFill>
                  <a:schemeClr val="dk1"/>
                </a:solidFill>
                <a:highlight>
                  <a:schemeClr val="lt2"/>
                </a:highlight>
              </a:rPr>
              <a:t>Delete Selected Student</a:t>
            </a:r>
            <a:r>
              <a:rPr lang="en-GB" sz="1700">
                <a:solidFill>
                  <a:schemeClr val="dk1"/>
                </a:solidFill>
                <a:highlight>
                  <a:schemeClr val="lt2"/>
                </a:highlight>
              </a:rPr>
              <a:t>. </a:t>
            </a:r>
            <a:endParaRPr sz="17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chemeClr val="lt2"/>
                </a:highlight>
              </a:rPr>
              <a:t>When a student is added, their information appears in the large display area below, which serves as a list of all current students. </a:t>
            </a:r>
            <a:endParaRPr sz="17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highlight>
                <a:schemeClr val="lt2"/>
              </a:highlight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  <a:highlight>
                  <a:schemeClr val="lt2"/>
                </a:highlight>
              </a:rPr>
              <a:t>The delete function allows the user to remove any selected student from this list. </a:t>
            </a:r>
            <a:endParaRPr sz="2100">
              <a:highlight>
                <a:schemeClr val="lt2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620"/>
              <a:t>Problem</a:t>
            </a:r>
            <a:endParaRPr b="1" sz="2620"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311700" y="1152475"/>
            <a:ext cx="8520600" cy="3638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The problem here is </a:t>
            </a:r>
            <a:r>
              <a:rPr b="1" lang="en-GB" sz="1600">
                <a:solidFill>
                  <a:schemeClr val="lt2"/>
                </a:solidFill>
              </a:rPr>
              <a:t>managing student information manually</a:t>
            </a:r>
            <a:r>
              <a:rPr lang="en-GB" sz="1600">
                <a:solidFill>
                  <a:schemeClr val="lt2"/>
                </a:solidFill>
              </a:rPr>
              <a:t>. Without a digital system, teachers or administrators would need to rely on paper records or scattered notes, which can lead to: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Errors when adding or removing students.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Difficulty in keeping records organized.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Wasted time searching for or updating student details.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No easy way to view all students at once.</a:t>
            </a:r>
            <a:endParaRPr sz="16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lt2"/>
              </a:solidFill>
            </a:endParaRPr>
          </a:p>
        </p:txBody>
      </p:sp>
      <p:pic>
        <p:nvPicPr>
          <p:cNvPr id="150" name="Google Shape;150;p15" title="66d13ebc-2012-47dd-b9a7-fddbc079aaa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5825"/>
            <a:ext cx="1641326" cy="125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620"/>
              <a:t>Solution</a:t>
            </a:r>
            <a:endParaRPr b="1" sz="2620"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311700" y="1152475"/>
            <a:ext cx="8520600" cy="3638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</a:rPr>
              <a:t> </a:t>
            </a:r>
            <a:r>
              <a:rPr lang="en-GB" sz="1600">
                <a:solidFill>
                  <a:schemeClr val="lt2"/>
                </a:solidFill>
              </a:rPr>
              <a:t>The School System interface solves this by offering a simple digital tool: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Text boxes to enter a student’s name and grade.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An Add Student button to quickly insert new records.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A Delete Selected Student button to remove outdated or incorrect entries.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-GB" sz="1600">
                <a:solidFill>
                  <a:schemeClr val="lt2"/>
                </a:solidFill>
              </a:rPr>
              <a:t>A list display area to show all students clearly in one place.</a:t>
            </a:r>
            <a:endParaRPr sz="1600">
              <a:solidFill>
                <a:schemeClr val="lt2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</p:txBody>
      </p:sp>
      <p:pic>
        <p:nvPicPr>
          <p:cNvPr id="157" name="Google Shape;157;p16" title="66d13ebc-2012-47dd-b9a7-fddbc079aaa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5825"/>
            <a:ext cx="1641326" cy="125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title="66d13ebc-2012-47dd-b9a7-fddbc079aaa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5825"/>
            <a:ext cx="1641326" cy="125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1687700" y="884025"/>
            <a:ext cx="6638400" cy="4365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➕ Add Student</a:t>
            </a:r>
            <a:endParaRPr sz="16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Checks that name and grade are entered, then adds the record.</a:t>
            </a:r>
            <a:endParaRPr sz="16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🔍 Search Student</a:t>
            </a:r>
            <a:endParaRPr sz="16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Finds matching students using name and optional grade.</a:t>
            </a:r>
            <a:endParaRPr sz="16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✏️ Edit Student</a:t>
            </a:r>
            <a:endParaRPr sz="16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Loads a selected student's details into the input fields.</a:t>
            </a:r>
            <a:endParaRPr sz="16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🗑️ Delete</a:t>
            </a:r>
            <a:endParaRPr sz="16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Removes one selected student or clears the whole list.</a:t>
            </a:r>
            <a:endParaRPr sz="16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ato"/>
              <a:buChar char="●"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💾 Save</a:t>
            </a:r>
            <a:endParaRPr sz="16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Stores current records in a text file.</a:t>
            </a:r>
            <a:endParaRPr sz="1800">
              <a:solidFill>
                <a:srgbClr val="595959"/>
              </a:solidFill>
              <a:highlight>
                <a:schemeClr val="lt2"/>
              </a:highlight>
            </a:endParaRPr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1240100" y="662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620"/>
              <a:t>Why this help🤔</a:t>
            </a:r>
            <a:endParaRPr b="1" sz="26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7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project:</a:t>
            </a:r>
            <a:endParaRPr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3750"/>
            <a:ext cx="9143999" cy="47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